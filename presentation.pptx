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Making Room in the Cipher:</a:t>
            </a:r>
            <a:br/>
            <a:r>
              <a:t>Pixel-Shifting Reversible Data Hiding in Encrypted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Kim, Yang &amp; Lu (JISA,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Encrypted images need embedding room.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Pixel shifting vacates room efficiently.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Aim: high capacity + exact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data into an encrypted image without the plaintext.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Keep encryption strong (high entropy).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data and recover the exact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 2011/2012: first (separable) RDHEI,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Puteaux-Puech 2018: MSB prediction, ~1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specific high-capacity/secure RDHEI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 image.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Reserve room in predictable pixels (PSA / MSB).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payload; recover exactly.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342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Owner encrypts.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Data hider embeds in the encrypted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extracts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recovers the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Encryption: strong cipher (entropy ~ 8 bits).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MSB of predictable pixels replaced by payload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Recovery: decrypt low bits + predict MSB from neighbours.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net rate (bpp), encrypted entropy, exact recovery, payload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 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Encrypted entropy ~8.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recovery.</a:t>
            </a:r>
          </a:p>
        </p:txBody>
      </p:sp>
      <p:pic>
        <p:nvPicPr>
          <p:cNvPr id="5" name="Picture 4" descr="fi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Strong encryption.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Pixel-shifting approximated.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Gross rate.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Separability not evaluated.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PSA room reservation.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Separable extraction.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Larger corpora.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reversible-in-encrypted-domain scheme.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Near-1-bpp rate, strong encryption,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Kim et al. PSA RDHEI. JISA 87, 2024.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 &amp; Puech. MSB-prediction RDHEI. IEEE TIFS 13(7), 2018.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Zhang. Separable RDHEI. IEEE TIFS 7(2), 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